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1" r:id="rId5"/>
    <p:sldId id="262" r:id="rId6"/>
    <p:sldId id="259" r:id="rId7"/>
    <p:sldId id="263" r:id="rId8"/>
    <p:sldId id="264" r:id="rId9"/>
    <p:sldId id="265" r:id="rId10"/>
    <p:sldId id="266" r:id="rId11"/>
    <p:sldId id="260" r:id="rId12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 autoAdjust="0"/>
    <p:restoredTop sz="94660" autoAdjust="0"/>
  </p:normalViewPr>
  <p:slideViewPr>
    <p:cSldViewPr>
      <p:cViewPr varScale="1">
        <p:scale>
          <a:sx n="104" d="100"/>
          <a:sy n="104" d="100"/>
        </p:scale>
        <p:origin x="-174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30F96E-CD9F-47DE-9E3A-CF98BE122B94}" type="datetimeFigureOut">
              <a:rPr lang="pt-BR" smtClean="0"/>
              <a:t>13/05/2017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C32A52-9B3C-426D-89F0-ABA11F806A10}" type="slidenum">
              <a:rPr lang="pt-BR" smtClean="0"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8C32A52-9B3C-426D-89F0-ABA11F806A10}" type="slidenum">
              <a:rPr lang="pt-BR" smtClean="0"/>
              <a:t>2</a:t>
            </a:fld>
            <a:endParaRPr lang="pt-B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4CB1D5-6381-4E76-AD57-B9022AD4A2C7}" type="datetime1">
              <a:rPr lang="pt-BR" smtClean="0"/>
              <a:t>13/05/2017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0D9180-9CC1-4B9F-BD86-289B320B5737}" type="datetime1">
              <a:rPr lang="pt-BR" smtClean="0"/>
              <a:t>13/05/2017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D17E9-988B-4C37-B696-7B547BECE548}" type="datetime1">
              <a:rPr lang="pt-BR" smtClean="0"/>
              <a:t>13/05/2017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1281A-4B9C-4B49-9B6F-25AA207B80D1}" type="datetime1">
              <a:rPr lang="pt-BR" smtClean="0"/>
              <a:t>13/05/2017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679D3-5732-4EAE-A664-C4FC7EA14FF8}" type="datetime1">
              <a:rPr lang="pt-BR" smtClean="0"/>
              <a:t>13/05/2017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B67A8-A89F-4660-9469-7C809E93377A}" type="datetime1">
              <a:rPr lang="pt-BR" smtClean="0"/>
              <a:t>13/05/2017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52FB9-EC2D-4D24-B0DC-78BBD6D065F2}" type="datetime1">
              <a:rPr lang="pt-BR" smtClean="0"/>
              <a:t>13/05/2017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76327-70CD-43EA-9FC5-1226846EB383}" type="datetime1">
              <a:rPr lang="pt-BR" smtClean="0"/>
              <a:t>13/05/2017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59177-8CEB-47E9-87D5-CA4581D77702}" type="datetime1">
              <a:rPr lang="pt-BR" smtClean="0"/>
              <a:t>13/05/2017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06B7-17CA-46C5-9115-9CCDC26EB0F6}" type="datetime1">
              <a:rPr lang="pt-BR" smtClean="0"/>
              <a:t>13/05/2017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5CA797-804E-4AD7-A3C0-3795D50495EA}" type="datetime1">
              <a:rPr lang="pt-BR" smtClean="0"/>
              <a:t>13/05/2017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82A638-3448-44BC-9962-075E4BB902B1}" type="datetime1">
              <a:rPr lang="pt-BR" smtClean="0"/>
              <a:t>13/05/2017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6F037-5F0B-48DD-A241-E3C6F3921244}" type="slidenum">
              <a:rPr lang="pt-BR" smtClean="0"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Faculdade Farias Brito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>
              <a:buNone/>
            </a:pPr>
            <a:r>
              <a:rPr lang="pt-BR" sz="4000" dirty="0" smtClean="0"/>
              <a:t>Progressive Web Apps, uma alternativa para o desenvolvimento de aplicações móveis</a:t>
            </a:r>
          </a:p>
          <a:p>
            <a:pPr algn="ctr">
              <a:buNone/>
            </a:pPr>
            <a:endParaRPr lang="pt-BR" dirty="0"/>
          </a:p>
          <a:p>
            <a:pPr algn="ctr">
              <a:buNone/>
            </a:pPr>
            <a:r>
              <a:rPr lang="pt-BR" sz="2400" dirty="0" smtClean="0"/>
              <a:t>Aluno: Caio Rodrigues Fernandes</a:t>
            </a:r>
          </a:p>
          <a:p>
            <a:pPr algn="ctr">
              <a:buNone/>
            </a:pPr>
            <a:r>
              <a:rPr lang="pt-BR" sz="2400" dirty="0" smtClean="0"/>
              <a:t>Orientador: Paulo Benício Melo de Sousa</a:t>
            </a:r>
          </a:p>
          <a:p>
            <a:pPr algn="ctr">
              <a:buNone/>
            </a:pPr>
            <a:endParaRPr lang="pt-BR" sz="2400" dirty="0" smtClean="0"/>
          </a:p>
          <a:p>
            <a:pPr algn="ctr">
              <a:buNone/>
            </a:pPr>
            <a:r>
              <a:rPr lang="pt-BR" sz="1800" dirty="0" smtClean="0"/>
              <a:t>Fortaleza / 2017</a:t>
            </a:r>
            <a:endParaRPr lang="pt-BR" sz="18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t>1</a:t>
            </a:fld>
            <a:endParaRPr lang="pt-B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Glossário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 smtClean="0"/>
              <a:t>Introdução</a:t>
            </a:r>
          </a:p>
          <a:p>
            <a:pPr lvl="1"/>
            <a:r>
              <a:rPr lang="pt-BR" sz="2400" dirty="0" smtClean="0"/>
              <a:t>Contextualização</a:t>
            </a:r>
          </a:p>
          <a:p>
            <a:pPr lvl="1"/>
            <a:r>
              <a:rPr lang="pt-BR" sz="2400" dirty="0" smtClean="0"/>
              <a:t>Objetivos</a:t>
            </a:r>
          </a:p>
          <a:p>
            <a:r>
              <a:rPr lang="pt-BR" sz="2400" dirty="0" smtClean="0"/>
              <a:t>Referencial Teórico</a:t>
            </a:r>
          </a:p>
          <a:p>
            <a:pPr lvl="1"/>
            <a:r>
              <a:rPr lang="pt-BR" sz="2400" dirty="0" smtClean="0"/>
              <a:t>Conceitos e tecnologias</a:t>
            </a:r>
          </a:p>
          <a:p>
            <a:pPr lvl="1"/>
            <a:r>
              <a:rPr lang="pt-BR" sz="2400" dirty="0" smtClean="0"/>
              <a:t>Problemas</a:t>
            </a:r>
          </a:p>
          <a:p>
            <a:pPr lvl="1"/>
            <a:r>
              <a:rPr lang="pt-BR" sz="2400" dirty="0" smtClean="0"/>
              <a:t>Metodologia</a:t>
            </a:r>
          </a:p>
          <a:p>
            <a:r>
              <a:rPr lang="pt-BR" sz="2400" dirty="0" smtClean="0"/>
              <a:t>Conclusão</a:t>
            </a:r>
          </a:p>
          <a:p>
            <a:pPr lvl="1"/>
            <a:r>
              <a:rPr lang="pt-BR" sz="2400" dirty="0" smtClean="0"/>
              <a:t>Cronograma</a:t>
            </a:r>
          </a:p>
          <a:p>
            <a:pPr lvl="1"/>
            <a:r>
              <a:rPr lang="pt-BR" sz="2400" dirty="0" smtClean="0"/>
              <a:t>Referências</a:t>
            </a:r>
            <a:endParaRPr lang="pt-BR" sz="24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t>2</a:t>
            </a:fld>
            <a:endParaRPr lang="pt-B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I – Introdução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t>3</a:t>
            </a:fld>
            <a:endParaRPr lang="pt-B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Soluções Nativas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 smtClean="0"/>
              <a:t>Vantagens</a:t>
            </a:r>
          </a:p>
          <a:p>
            <a:pPr lvl="1"/>
            <a:r>
              <a:rPr lang="pt-BR" sz="2400" dirty="0" smtClean="0"/>
              <a:t>Bom desempenho</a:t>
            </a:r>
          </a:p>
          <a:p>
            <a:pPr lvl="1"/>
            <a:r>
              <a:rPr lang="pt-BR" sz="2400" dirty="0" smtClean="0"/>
              <a:t>Funcionamento </a:t>
            </a:r>
            <a:r>
              <a:rPr lang="pt-BR" sz="2400" i="1" dirty="0" smtClean="0"/>
              <a:t>off-line</a:t>
            </a:r>
          </a:p>
          <a:p>
            <a:r>
              <a:rPr lang="pt-BR" sz="2400" dirty="0" smtClean="0"/>
              <a:t>Desvantagens</a:t>
            </a:r>
          </a:p>
          <a:p>
            <a:pPr lvl="1"/>
            <a:r>
              <a:rPr lang="pt-BR" sz="2400" dirty="0" smtClean="0"/>
              <a:t>Uso burocratizado</a:t>
            </a:r>
          </a:p>
          <a:p>
            <a:pPr lvl="1"/>
            <a:r>
              <a:rPr lang="pt-BR" sz="2400" dirty="0" smtClean="0"/>
              <a:t>Queda no número de </a:t>
            </a:r>
            <a:r>
              <a:rPr lang="pt-BR" sz="2400" i="1" dirty="0" smtClean="0"/>
              <a:t>downloads</a:t>
            </a:r>
            <a:endParaRPr lang="pt-BR" sz="2400" dirty="0" smtClean="0"/>
          </a:p>
          <a:p>
            <a:pPr lvl="1"/>
            <a:r>
              <a:rPr lang="pt-BR" sz="2400" dirty="0" smtClean="0"/>
              <a:t>Alto custo no desenvolvimento</a:t>
            </a:r>
            <a:endParaRPr lang="pt-BR" sz="24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t>4</a:t>
            </a:fld>
            <a:endParaRPr lang="pt-B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smtClean="0"/>
              <a:t>Web apps </a:t>
            </a:r>
            <a:r>
              <a:rPr lang="pt-BR" dirty="0" smtClean="0"/>
              <a:t>tradicionais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 smtClean="0"/>
              <a:t>Vantagens</a:t>
            </a:r>
          </a:p>
          <a:p>
            <a:pPr lvl="1"/>
            <a:r>
              <a:rPr lang="pt-BR" sz="2400" dirty="0" smtClean="0"/>
              <a:t>Podem ser utilizados sem instalação</a:t>
            </a:r>
          </a:p>
          <a:p>
            <a:pPr lvl="1"/>
            <a:r>
              <a:rPr lang="pt-BR" sz="2400" dirty="0" smtClean="0"/>
              <a:t>Menor custo de desenvolvimento</a:t>
            </a:r>
          </a:p>
          <a:p>
            <a:r>
              <a:rPr lang="pt-BR" sz="2400" dirty="0" smtClean="0"/>
              <a:t>Desvantagens</a:t>
            </a:r>
          </a:p>
          <a:p>
            <a:pPr lvl="1"/>
            <a:r>
              <a:rPr lang="pt-BR" sz="2400" dirty="0" smtClean="0"/>
              <a:t>Dependente de conexão com a rede</a:t>
            </a:r>
          </a:p>
          <a:p>
            <a:pPr lvl="1"/>
            <a:r>
              <a:rPr lang="pt-BR" sz="2400" dirty="0" smtClean="0"/>
              <a:t>Desempenho inferior</a:t>
            </a:r>
          </a:p>
          <a:p>
            <a:pPr lvl="1"/>
            <a:r>
              <a:rPr lang="pt-BR" sz="2400" dirty="0" smtClean="0"/>
              <a:t>Dificuldade no acesso à recursos do aparelho</a:t>
            </a:r>
            <a:endParaRPr lang="pt-BR" sz="24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t>5</a:t>
            </a:fld>
            <a:endParaRPr lang="pt-B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II – Referencial Teórico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t>6</a:t>
            </a:fld>
            <a:endParaRPr lang="pt-B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smtClean="0"/>
              <a:t>Progressive Web Apps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2400" dirty="0" smtClean="0"/>
              <a:t>Conjunto de tecnologias</a:t>
            </a:r>
          </a:p>
          <a:p>
            <a:pPr lvl="1"/>
            <a:r>
              <a:rPr lang="pt-BR" sz="2400" dirty="0" smtClean="0"/>
              <a:t>Visual de aplicativos nativos</a:t>
            </a:r>
          </a:p>
          <a:p>
            <a:pPr lvl="1"/>
            <a:r>
              <a:rPr lang="pt-BR" sz="2400" dirty="0" smtClean="0"/>
              <a:t>Carregamento rápido e confiável</a:t>
            </a:r>
          </a:p>
          <a:p>
            <a:pPr lvl="1"/>
            <a:r>
              <a:rPr lang="pt-BR" sz="2400" dirty="0" smtClean="0"/>
              <a:t>Seguro</a:t>
            </a:r>
          </a:p>
          <a:p>
            <a:pPr lvl="1"/>
            <a:r>
              <a:rPr lang="pt-BR" sz="2400" dirty="0" err="1" smtClean="0"/>
              <a:t>Indexável</a:t>
            </a:r>
            <a:endParaRPr lang="pt-BR" sz="2400" dirty="0" smtClean="0"/>
          </a:p>
          <a:p>
            <a:pPr lvl="1"/>
            <a:r>
              <a:rPr lang="pt-BR" sz="2400" dirty="0" smtClean="0"/>
              <a:t>Ícone de atalho na </a:t>
            </a:r>
            <a:r>
              <a:rPr lang="pt-BR" sz="2400" i="1" dirty="0" err="1" smtClean="0"/>
              <a:t>homescreen</a:t>
            </a:r>
            <a:r>
              <a:rPr lang="pt-BR" sz="2400" i="1" dirty="0" smtClean="0"/>
              <a:t> </a:t>
            </a:r>
            <a:r>
              <a:rPr lang="pt-BR" sz="2400" dirty="0" smtClean="0"/>
              <a:t>do aparelho</a:t>
            </a:r>
          </a:p>
          <a:p>
            <a:pPr lvl="1"/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t>7</a:t>
            </a:fld>
            <a:endParaRPr lang="pt-B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smtClean="0"/>
              <a:t>Application Shell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2400" dirty="0" smtClean="0"/>
              <a:t>Modelo arquitetural</a:t>
            </a:r>
          </a:p>
          <a:p>
            <a:pPr lvl="1"/>
            <a:r>
              <a:rPr lang="pt-BR" sz="2400" dirty="0" smtClean="0"/>
              <a:t>Arquivos de </a:t>
            </a:r>
            <a:r>
              <a:rPr lang="pt-BR" sz="2400" i="1" dirty="0" err="1" smtClean="0"/>
              <a:t>user</a:t>
            </a:r>
            <a:r>
              <a:rPr lang="pt-BR" sz="2400" i="1" dirty="0" smtClean="0"/>
              <a:t> interface </a:t>
            </a:r>
            <a:r>
              <a:rPr lang="pt-BR" sz="2400" dirty="0" smtClean="0"/>
              <a:t>armazenados em </a:t>
            </a:r>
            <a:r>
              <a:rPr lang="pt-BR" sz="2400" i="1" dirty="0" err="1" smtClean="0"/>
              <a:t>cache</a:t>
            </a:r>
            <a:endParaRPr lang="pt-BR" sz="2400" dirty="0" smtClean="0"/>
          </a:p>
          <a:p>
            <a:pPr lvl="1"/>
            <a:r>
              <a:rPr lang="pt-BR" sz="2400" dirty="0" smtClean="0"/>
              <a:t>Dados dinâmicos sendo requisitados na rede</a:t>
            </a:r>
          </a:p>
          <a:p>
            <a:pPr lvl="1"/>
            <a:r>
              <a:rPr lang="pt-BR" sz="2400" dirty="0" smtClean="0"/>
              <a:t>Economia no uso de dados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t>8</a:t>
            </a:fld>
            <a:endParaRPr lang="pt-B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 smtClean="0"/>
              <a:t>Service</a:t>
            </a:r>
            <a:r>
              <a:rPr lang="pt-BR" i="1" dirty="0" smtClean="0"/>
              <a:t> </a:t>
            </a:r>
            <a:r>
              <a:rPr lang="pt-BR" i="1" dirty="0" err="1" smtClean="0"/>
              <a:t>Workers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2400" dirty="0" smtClean="0"/>
              <a:t>Servidor de </a:t>
            </a:r>
            <a:r>
              <a:rPr lang="pt-BR" sz="2400" i="1" dirty="0" err="1" smtClean="0"/>
              <a:t>proxy</a:t>
            </a:r>
            <a:r>
              <a:rPr lang="pt-BR" sz="2400" i="1" dirty="0" smtClean="0"/>
              <a:t> </a:t>
            </a:r>
            <a:r>
              <a:rPr lang="pt-BR" sz="2400" dirty="0" smtClean="0"/>
              <a:t>de rede programável</a:t>
            </a:r>
          </a:p>
          <a:p>
            <a:pPr lvl="1"/>
            <a:r>
              <a:rPr lang="pt-BR" sz="2400" dirty="0" smtClean="0"/>
              <a:t>Execução em segundo plano</a:t>
            </a:r>
          </a:p>
          <a:p>
            <a:pPr lvl="1"/>
            <a:r>
              <a:rPr lang="pt-BR" sz="2400" dirty="0" smtClean="0"/>
              <a:t>Armazenamento em </a:t>
            </a:r>
            <a:r>
              <a:rPr lang="pt-BR" sz="2400" i="1" dirty="0" err="1" smtClean="0"/>
              <a:t>cache</a:t>
            </a:r>
            <a:r>
              <a:rPr lang="pt-BR" sz="2400" i="1" dirty="0" smtClean="0"/>
              <a:t> </a:t>
            </a:r>
            <a:r>
              <a:rPr lang="pt-BR" sz="2400" dirty="0" smtClean="0"/>
              <a:t>dos arquivos estáticos</a:t>
            </a:r>
          </a:p>
          <a:p>
            <a:pPr lvl="1"/>
            <a:r>
              <a:rPr lang="pt-BR" sz="2400" dirty="0" smtClean="0"/>
              <a:t>Uso obrigatório de conexões seguras (HTTPS)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t>9</a:t>
            </a:fld>
            <a:endParaRPr lang="pt-B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smtClean="0"/>
              <a:t>Web </a:t>
            </a:r>
            <a:r>
              <a:rPr lang="pt-BR" i="1" dirty="0" err="1" smtClean="0"/>
              <a:t>Manifest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2400" dirty="0" smtClean="0"/>
              <a:t>Arquivo JSON</a:t>
            </a:r>
          </a:p>
          <a:p>
            <a:pPr lvl="1"/>
            <a:r>
              <a:rPr lang="pt-BR" sz="2400" dirty="0" smtClean="0"/>
              <a:t>Atalho na </a:t>
            </a:r>
            <a:r>
              <a:rPr lang="pt-BR" sz="2400" i="1" dirty="0" err="1" smtClean="0"/>
              <a:t>homescreen</a:t>
            </a:r>
            <a:r>
              <a:rPr lang="pt-BR" sz="2400" i="1" dirty="0" smtClean="0"/>
              <a:t> </a:t>
            </a:r>
            <a:r>
              <a:rPr lang="pt-BR" sz="2400" dirty="0" smtClean="0"/>
              <a:t>do aparelho</a:t>
            </a:r>
          </a:p>
          <a:p>
            <a:pPr lvl="1"/>
            <a:r>
              <a:rPr lang="pt-BR" sz="2400" dirty="0" smtClean="0"/>
              <a:t>Definição de temas</a:t>
            </a:r>
          </a:p>
          <a:p>
            <a:pPr lvl="1"/>
            <a:r>
              <a:rPr lang="pt-BR" sz="2400" dirty="0" smtClean="0"/>
              <a:t>Personalização do tipo </a:t>
            </a:r>
            <a:r>
              <a:rPr lang="pt-BR" sz="2400" smtClean="0"/>
              <a:t>de exibição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t>10</a:t>
            </a:fld>
            <a:endParaRPr lang="pt-B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III – Conclusão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t>11</a:t>
            </a:fld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202</Words>
  <Application>Microsoft Office PowerPoint</Application>
  <PresentationFormat>Apresentação na tela (4:3)</PresentationFormat>
  <Paragraphs>71</Paragraphs>
  <Slides>11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2" baseType="lpstr">
      <vt:lpstr>Tema do Office</vt:lpstr>
      <vt:lpstr>Faculdade Farias Brito</vt:lpstr>
      <vt:lpstr>Glossário</vt:lpstr>
      <vt:lpstr>I – Introdução</vt:lpstr>
      <vt:lpstr>Soluções Nativas</vt:lpstr>
      <vt:lpstr>Web apps tradicionais</vt:lpstr>
      <vt:lpstr>II – Referencial Teórico</vt:lpstr>
      <vt:lpstr>Progressive Web Apps</vt:lpstr>
      <vt:lpstr>Application Shell</vt:lpstr>
      <vt:lpstr>Service Workers</vt:lpstr>
      <vt:lpstr>Web Manifest</vt:lpstr>
      <vt:lpstr>III – Conclusão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Faculdade Farias Brito</dc:title>
  <dc:creator>Caio</dc:creator>
  <cp:lastModifiedBy>Caio</cp:lastModifiedBy>
  <cp:revision>7</cp:revision>
  <dcterms:created xsi:type="dcterms:W3CDTF">2017-05-13T17:42:48Z</dcterms:created>
  <dcterms:modified xsi:type="dcterms:W3CDTF">2017-05-13T18:32:34Z</dcterms:modified>
</cp:coreProperties>
</file>