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3" r:id="rId5"/>
    <p:sldId id="261" r:id="rId6"/>
    <p:sldId id="262" r:id="rId7"/>
    <p:sldId id="271" r:id="rId8"/>
    <p:sldId id="276" r:id="rId9"/>
    <p:sldId id="259" r:id="rId10"/>
    <p:sldId id="263" r:id="rId11"/>
    <p:sldId id="265" r:id="rId12"/>
    <p:sldId id="272" r:id="rId13"/>
    <p:sldId id="270" r:id="rId14"/>
    <p:sldId id="260" r:id="rId15"/>
    <p:sldId id="267" r:id="rId16"/>
    <p:sldId id="275" r:id="rId17"/>
    <p:sldId id="268" r:id="rId18"/>
    <p:sldId id="269" r:id="rId1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60" autoAdjust="0"/>
  </p:normalViewPr>
  <p:slideViewPr>
    <p:cSldViewPr>
      <p:cViewPr varScale="1">
        <p:scale>
          <a:sx n="104" d="100"/>
          <a:sy n="104" d="100"/>
        </p:scale>
        <p:origin x="-16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0F96E-CD9F-47DE-9E3A-CF98BE122B94}" type="datetimeFigureOut">
              <a:rPr lang="pt-BR" smtClean="0"/>
              <a:pPr/>
              <a:t>17/06/2017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32A52-9B3C-426D-89F0-ABA11F806A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C32A52-9B3C-426D-89F0-ABA11F806A10}" type="slidenum">
              <a:rPr lang="pt-BR" smtClean="0"/>
              <a:pPr/>
              <a:t>2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B1D5-6381-4E76-AD57-B9022AD4A2C7}" type="datetime1">
              <a:rPr lang="pt-BR" smtClean="0"/>
              <a:pPr/>
              <a:t>17/06/2017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D9180-9CC1-4B9F-BD86-289B320B5737}" type="datetime1">
              <a:rPr lang="pt-BR" smtClean="0"/>
              <a:pPr/>
              <a:t>17/06/2017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D17E9-988B-4C37-B696-7B547BECE548}" type="datetime1">
              <a:rPr lang="pt-BR" smtClean="0"/>
              <a:pPr/>
              <a:t>17/06/2017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1281A-4B9C-4B49-9B6F-25AA207B80D1}" type="datetime1">
              <a:rPr lang="pt-BR" smtClean="0"/>
              <a:pPr/>
              <a:t>17/06/2017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679D3-5732-4EAE-A664-C4FC7EA14FF8}" type="datetime1">
              <a:rPr lang="pt-BR" smtClean="0"/>
              <a:pPr/>
              <a:t>17/06/2017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B67A8-A89F-4660-9469-7C809E93377A}" type="datetime1">
              <a:rPr lang="pt-BR" smtClean="0"/>
              <a:pPr/>
              <a:t>17/06/2017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2FB9-EC2D-4D24-B0DC-78BBD6D065F2}" type="datetime1">
              <a:rPr lang="pt-BR" smtClean="0"/>
              <a:pPr/>
              <a:t>17/06/2017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76327-70CD-43EA-9FC5-1226846EB383}" type="datetime1">
              <a:rPr lang="pt-BR" smtClean="0"/>
              <a:pPr/>
              <a:t>17/06/2017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59177-8CEB-47E9-87D5-CA4581D77702}" type="datetime1">
              <a:rPr lang="pt-BR" smtClean="0"/>
              <a:pPr/>
              <a:t>17/06/2017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06B7-17CA-46C5-9115-9CCDC26EB0F6}" type="datetime1">
              <a:rPr lang="pt-BR" smtClean="0"/>
              <a:pPr/>
              <a:t>17/06/2017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CA797-804E-4AD7-A3C0-3795D50495EA}" type="datetime1">
              <a:rPr lang="pt-BR" smtClean="0"/>
              <a:pPr/>
              <a:t>17/06/2017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2A638-3448-44BC-9962-075E4BB902B1}" type="datetime1">
              <a:rPr lang="pt-BR" smtClean="0"/>
              <a:pPr/>
              <a:t>17/06/2017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6F037-5F0B-48DD-A241-E3C6F392124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Faculdade Farias Brito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4000" i="1" dirty="0" smtClean="0"/>
              <a:t>Progressive Web Apps</a:t>
            </a:r>
            <a:r>
              <a:rPr lang="pt-BR" sz="4000" dirty="0" smtClean="0"/>
              <a:t>, uma alternativa para o desenvolvimento de aplicações móveis</a:t>
            </a:r>
          </a:p>
          <a:p>
            <a:pPr algn="ctr">
              <a:buNone/>
            </a:pPr>
            <a:endParaRPr lang="pt-BR" dirty="0"/>
          </a:p>
          <a:p>
            <a:pPr algn="ctr">
              <a:buNone/>
            </a:pPr>
            <a:r>
              <a:rPr lang="pt-BR" sz="2400" dirty="0" smtClean="0"/>
              <a:t>Aluno: Caio Rodrigues Fernandes</a:t>
            </a:r>
          </a:p>
          <a:p>
            <a:pPr algn="ctr">
              <a:buNone/>
            </a:pPr>
            <a:r>
              <a:rPr lang="pt-BR" sz="2400" dirty="0" smtClean="0"/>
              <a:t>Orientador: Paulo Benício Melo de Sousa</a:t>
            </a:r>
          </a:p>
          <a:p>
            <a:pPr algn="ctr">
              <a:buNone/>
            </a:pPr>
            <a:endParaRPr lang="pt-BR" sz="2400" dirty="0" smtClean="0"/>
          </a:p>
          <a:p>
            <a:pPr algn="ctr">
              <a:buNone/>
            </a:pPr>
            <a:r>
              <a:rPr lang="pt-BR" sz="1800" dirty="0" smtClean="0"/>
              <a:t>Fortaleza / 2017</a:t>
            </a:r>
            <a:endParaRPr lang="pt-BR" sz="18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1</a:t>
            </a:fld>
            <a:endParaRPr lang="pt-BR"/>
          </a:p>
        </p:txBody>
      </p:sp>
      <p:pic>
        <p:nvPicPr>
          <p:cNvPr id="5" name="Picture" descr="https://lh6.googleusercontent.com/Oeqrb8RwJRCAQ_-7gXnj3kjQ5OLUTKFX14h9rXgIsBwOL5x7HI0UfDUzzEEHfEyS_3bWZIOJm62_Vz_KRgA6vvjHnQLJNza8genuCBgp5s8UeiBO4Lm3uvpprtdmnitseQp8Zso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42844" y="5214950"/>
            <a:ext cx="1583690" cy="1494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Glossário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400" dirty="0" smtClean="0"/>
              <a:t>Introdução</a:t>
            </a:r>
          </a:p>
          <a:p>
            <a:pPr lvl="1"/>
            <a:r>
              <a:rPr lang="pt-BR" sz="2400" dirty="0" smtClean="0"/>
              <a:t>Contextualização</a:t>
            </a:r>
          </a:p>
          <a:p>
            <a:pPr lvl="1"/>
            <a:r>
              <a:rPr lang="pt-BR" sz="2400" dirty="0" smtClean="0"/>
              <a:t>Objetivos</a:t>
            </a:r>
          </a:p>
          <a:p>
            <a:pPr lvl="1"/>
            <a:r>
              <a:rPr lang="pt-BR" sz="2400" dirty="0" smtClean="0"/>
              <a:t>Metodologia</a:t>
            </a:r>
          </a:p>
          <a:p>
            <a:r>
              <a:rPr lang="pt-BR" sz="2400" dirty="0" smtClean="0"/>
              <a:t>Referencial Teórico</a:t>
            </a:r>
          </a:p>
          <a:p>
            <a:pPr lvl="1"/>
            <a:r>
              <a:rPr lang="pt-BR" sz="2400" dirty="0" smtClean="0"/>
              <a:t>Conceitos e tecnologias</a:t>
            </a:r>
          </a:p>
          <a:p>
            <a:pPr lvl="1"/>
            <a:r>
              <a:rPr lang="pt-BR" sz="2400" dirty="0" smtClean="0"/>
              <a:t>Problemas</a:t>
            </a:r>
          </a:p>
          <a:p>
            <a:r>
              <a:rPr lang="pt-BR" sz="2400" dirty="0" smtClean="0"/>
              <a:t>Conclusão</a:t>
            </a:r>
          </a:p>
          <a:p>
            <a:pPr lvl="1"/>
            <a:r>
              <a:rPr lang="pt-BR" sz="2400" dirty="0" smtClean="0"/>
              <a:t>Escopo da solução</a:t>
            </a:r>
          </a:p>
          <a:p>
            <a:pPr lvl="1"/>
            <a:r>
              <a:rPr lang="pt-BR" sz="2400" dirty="0" smtClean="0"/>
              <a:t>Cronograma</a:t>
            </a:r>
          </a:p>
          <a:p>
            <a:pPr lvl="1"/>
            <a:r>
              <a:rPr lang="pt-BR" sz="2400" dirty="0" smtClean="0"/>
              <a:t>Referências</a:t>
            </a:r>
            <a:endParaRPr lang="pt-BR" sz="24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I – Introdução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3</a:t>
            </a:fld>
            <a:endParaRPr lang="pt-BR"/>
          </a:p>
        </p:txBody>
      </p:sp>
      <p:pic>
        <p:nvPicPr>
          <p:cNvPr id="5" name="Picture" descr="https://lh6.googleusercontent.com/Oeqrb8RwJRCAQ_-7gXnj3kjQ5OLUTKFX14h9rXgIsBwOL5x7HI0UfDUzzEEHfEyS_3bWZIOJm62_Vz_KRgA6vvjHnQLJNza8genuCBgp5s8UeiBO4Lm3uvpprtdmnitseQp8Zso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42844" y="5220000"/>
            <a:ext cx="1583690" cy="1494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Contextualização</a:t>
            </a:r>
            <a:endParaRPr lang="pt-BR" dirty="0"/>
          </a:p>
        </p:txBody>
      </p:sp>
      <p:pic>
        <p:nvPicPr>
          <p:cNvPr id="7" name="Espaço Reservado para Conteúdo 6" descr="img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8250" y="1958181"/>
            <a:ext cx="6667500" cy="3810000"/>
          </a:xfrm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Soluções Nativas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/>
              <a:t>Vantagens</a:t>
            </a:r>
          </a:p>
          <a:p>
            <a:pPr lvl="1"/>
            <a:r>
              <a:rPr lang="pt-BR" sz="2400" dirty="0" smtClean="0"/>
              <a:t>Bom desempenho</a:t>
            </a:r>
          </a:p>
          <a:p>
            <a:pPr lvl="1"/>
            <a:r>
              <a:rPr lang="pt-BR" sz="2400" dirty="0" smtClean="0"/>
              <a:t>Acesso à recursos do aparelho</a:t>
            </a:r>
          </a:p>
          <a:p>
            <a:pPr lvl="1"/>
            <a:r>
              <a:rPr lang="pt-BR" sz="2400" dirty="0" smtClean="0"/>
              <a:t>Funcionamento </a:t>
            </a:r>
            <a:r>
              <a:rPr lang="pt-BR" sz="2400" i="1" dirty="0" smtClean="0"/>
              <a:t>off-line</a:t>
            </a:r>
          </a:p>
          <a:p>
            <a:r>
              <a:rPr lang="pt-BR" sz="2400" dirty="0" smtClean="0"/>
              <a:t>Desvantagens</a:t>
            </a:r>
          </a:p>
          <a:p>
            <a:pPr lvl="1"/>
            <a:r>
              <a:rPr lang="pt-BR" sz="2400" dirty="0" smtClean="0"/>
              <a:t>Uso burocratizado</a:t>
            </a:r>
          </a:p>
          <a:p>
            <a:pPr lvl="1"/>
            <a:r>
              <a:rPr lang="pt-BR" sz="2400" dirty="0" smtClean="0"/>
              <a:t>Demanda um maior custo no desenvolvimento (contratação e treinamento)</a:t>
            </a:r>
            <a:endParaRPr lang="pt-BR" sz="24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5</a:t>
            </a:fld>
            <a:endParaRPr lang="pt-BR"/>
          </a:p>
        </p:txBody>
      </p:sp>
      <p:pic>
        <p:nvPicPr>
          <p:cNvPr id="5" name="Imagem 4" descr="img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4000" y="5216400"/>
            <a:ext cx="2143437" cy="14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smtClean="0"/>
              <a:t>Web apps </a:t>
            </a:r>
            <a:r>
              <a:rPr lang="pt-BR" dirty="0" smtClean="0"/>
              <a:t>tradicionais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/>
              <a:t>Vantagens</a:t>
            </a:r>
          </a:p>
          <a:p>
            <a:pPr lvl="1"/>
            <a:r>
              <a:rPr lang="pt-BR" sz="2400" dirty="0" smtClean="0"/>
              <a:t>Podem ser utilizados sem prévia instalação</a:t>
            </a:r>
          </a:p>
          <a:p>
            <a:pPr lvl="1"/>
            <a:r>
              <a:rPr lang="pt-BR" sz="2400" dirty="0" smtClean="0"/>
              <a:t>Menor custo no desenvolvimento (</a:t>
            </a:r>
            <a:r>
              <a:rPr lang="pt-BR" sz="2400" dirty="0" err="1" smtClean="0"/>
              <a:t>multiplataforma</a:t>
            </a:r>
            <a:r>
              <a:rPr lang="pt-BR" sz="2400" dirty="0" smtClean="0"/>
              <a:t>)</a:t>
            </a:r>
          </a:p>
          <a:p>
            <a:r>
              <a:rPr lang="pt-BR" sz="2400" dirty="0" smtClean="0"/>
              <a:t>Desvantagens</a:t>
            </a:r>
          </a:p>
          <a:p>
            <a:pPr lvl="1"/>
            <a:r>
              <a:rPr lang="pt-BR" sz="2400" dirty="0" smtClean="0"/>
              <a:t>Dependente de conexão com a rede</a:t>
            </a:r>
          </a:p>
          <a:p>
            <a:pPr lvl="1"/>
            <a:r>
              <a:rPr lang="pt-BR" sz="2400" dirty="0" smtClean="0"/>
              <a:t>Desempenho inferior</a:t>
            </a:r>
          </a:p>
          <a:p>
            <a:pPr lvl="1"/>
            <a:r>
              <a:rPr lang="pt-BR" sz="2400" dirty="0" smtClean="0"/>
              <a:t>Limitação no </a:t>
            </a:r>
            <a:r>
              <a:rPr lang="pt-BR" sz="2400" dirty="0" smtClean="0"/>
              <a:t>acesso à recursos do aparelho</a:t>
            </a:r>
            <a:endParaRPr lang="pt-BR" sz="24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6</a:t>
            </a:fld>
            <a:endParaRPr lang="pt-BR"/>
          </a:p>
        </p:txBody>
      </p:sp>
      <p:pic>
        <p:nvPicPr>
          <p:cNvPr id="5" name="Imagem 4" descr="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216400"/>
            <a:ext cx="1440000" cy="14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/>
              <a:t>Apresentar as tecnologias que compõem um </a:t>
            </a:r>
            <a:r>
              <a:rPr lang="pt-BR" sz="2400" i="1" dirty="0" smtClean="0"/>
              <a:t>progressive web app </a:t>
            </a:r>
            <a:r>
              <a:rPr lang="pt-BR" sz="2400" dirty="0" smtClean="0"/>
              <a:t>(PWA)</a:t>
            </a:r>
          </a:p>
          <a:p>
            <a:pPr lvl="0"/>
            <a:r>
              <a:rPr lang="pt-BR" sz="2400" dirty="0" smtClean="0"/>
              <a:t>Destacar alguns parâmetros/critérios para a avaliação do grau de conformidade de soluções </a:t>
            </a:r>
            <a:r>
              <a:rPr lang="pt-BR" sz="2400" dirty="0" err="1" smtClean="0"/>
              <a:t>PWAs</a:t>
            </a:r>
            <a:r>
              <a:rPr lang="pt-BR" sz="2400" dirty="0" smtClean="0"/>
              <a:t> em relação à aplicações nativas</a:t>
            </a:r>
            <a:endParaRPr lang="pt-BR" sz="2400" i="1" dirty="0" smtClean="0"/>
          </a:p>
          <a:p>
            <a:r>
              <a:rPr lang="pt-BR" sz="2400" dirty="0" smtClean="0"/>
              <a:t>Apontar os </a:t>
            </a:r>
            <a:r>
              <a:rPr lang="pt-BR" sz="2400" dirty="0" smtClean="0"/>
              <a:t>tipos de aplicações onde a abordagem pouco ou nada têm a contribuir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7</a:t>
            </a:fld>
            <a:endParaRPr lang="pt-BR"/>
          </a:p>
        </p:txBody>
      </p:sp>
      <p:pic>
        <p:nvPicPr>
          <p:cNvPr id="5" name="Imagem 4" descr="im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216400"/>
            <a:ext cx="2163934" cy="14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Metodologia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/>
              <a:t>Alguns métodos qualitativos serão utilizados como critério para avaliar o resultado do uso dos </a:t>
            </a:r>
            <a:r>
              <a:rPr lang="pt-BR" sz="2400" i="1" dirty="0" smtClean="0"/>
              <a:t>progressive web apps</a:t>
            </a:r>
          </a:p>
          <a:p>
            <a:pPr lvl="1"/>
            <a:r>
              <a:rPr lang="pt-BR" sz="2400" dirty="0" smtClean="0"/>
              <a:t>Escolha dos cenários propícios para a adoção da tecnologia</a:t>
            </a:r>
          </a:p>
          <a:p>
            <a:pPr lvl="1"/>
            <a:r>
              <a:rPr lang="pt-BR" sz="2400" dirty="0" smtClean="0"/>
              <a:t>Elenco de critérios para avaliar comparativamente a solução empregada (uso de processador e memória, consumo de bateria, uso de dados, </a:t>
            </a:r>
            <a:r>
              <a:rPr lang="pt-BR" sz="2400" dirty="0" err="1" smtClean="0"/>
              <a:t>etc</a:t>
            </a:r>
            <a:r>
              <a:rPr lang="pt-BR" sz="2400" dirty="0" smtClean="0"/>
              <a:t>)</a:t>
            </a:r>
            <a:endParaRPr lang="pt-BR" dirty="0" smtClean="0"/>
          </a:p>
          <a:p>
            <a:pPr lvl="1"/>
            <a:r>
              <a:rPr lang="pt-BR" sz="2400" dirty="0" smtClean="0"/>
              <a:t>Análise sucinta dos resultados</a:t>
            </a:r>
          </a:p>
          <a:p>
            <a:pPr lvl="1"/>
            <a:endParaRPr lang="pt-BR" sz="20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8</a:t>
            </a:fld>
            <a:endParaRPr lang="pt-BR"/>
          </a:p>
        </p:txBody>
      </p:sp>
      <p:pic>
        <p:nvPicPr>
          <p:cNvPr id="5" name="Imagem 4" descr="img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216400"/>
            <a:ext cx="1361702" cy="14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II – Referencial Teórico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9</a:t>
            </a:fld>
            <a:endParaRPr lang="pt-BR"/>
          </a:p>
        </p:txBody>
      </p:sp>
      <p:pic>
        <p:nvPicPr>
          <p:cNvPr id="5" name="Picture" descr="https://lh6.googleusercontent.com/Oeqrb8RwJRCAQ_-7gXnj3kjQ5OLUTKFX14h9rXgIsBwOL5x7HI0UfDUzzEEHfEyS_3bWZIOJm62_Vz_KRgA6vvjHnQLJNza8genuCBgp5s8UeiBO4Lm3uvpprtdmnitseQp8Zso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42844" y="5214950"/>
            <a:ext cx="1583690" cy="1494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smtClean="0"/>
              <a:t>Progressive Web Apps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i="1" dirty="0" smtClean="0"/>
              <a:t>Web apps </a:t>
            </a:r>
            <a:r>
              <a:rPr lang="pt-BR" sz="2400" dirty="0" smtClean="0"/>
              <a:t>“melhorados”</a:t>
            </a:r>
            <a:endParaRPr lang="pt-BR" sz="2000" dirty="0" smtClean="0"/>
          </a:p>
          <a:p>
            <a:pPr lvl="1"/>
            <a:r>
              <a:rPr lang="pt-BR" sz="2400" dirty="0" smtClean="0"/>
              <a:t>Funcionamento </a:t>
            </a:r>
            <a:r>
              <a:rPr lang="pt-BR" sz="2400" i="1" dirty="0" smtClean="0"/>
              <a:t>off-line </a:t>
            </a:r>
            <a:r>
              <a:rPr lang="pt-BR" sz="2400" dirty="0" smtClean="0"/>
              <a:t>(</a:t>
            </a:r>
            <a:r>
              <a:rPr lang="pt-BR" sz="2400" i="1" dirty="0" smtClean="0"/>
              <a:t>service </a:t>
            </a:r>
            <a:r>
              <a:rPr lang="pt-BR" sz="2400" i="1" dirty="0" err="1" smtClean="0"/>
              <a:t>workers</a:t>
            </a:r>
            <a:r>
              <a:rPr lang="pt-BR" sz="2400" dirty="0" smtClean="0"/>
              <a:t>)</a:t>
            </a:r>
            <a:endParaRPr lang="pt-BR" sz="2400" dirty="0" smtClean="0"/>
          </a:p>
          <a:p>
            <a:pPr lvl="1"/>
            <a:r>
              <a:rPr lang="pt-BR" sz="2400" dirty="0" smtClean="0"/>
              <a:t>Carregamento </a:t>
            </a:r>
            <a:r>
              <a:rPr lang="pt-BR" sz="2400" dirty="0" smtClean="0"/>
              <a:t>rápido e confiável (</a:t>
            </a:r>
            <a:r>
              <a:rPr lang="pt-BR" sz="2400" i="1" dirty="0" smtClean="0"/>
              <a:t>application </a:t>
            </a:r>
            <a:r>
              <a:rPr lang="pt-BR" sz="2400" i="1" dirty="0" err="1" smtClean="0"/>
              <a:t>shell</a:t>
            </a:r>
            <a:r>
              <a:rPr lang="pt-BR" sz="2400" dirty="0" smtClean="0"/>
              <a:t>)</a:t>
            </a:r>
          </a:p>
          <a:p>
            <a:pPr lvl="1"/>
            <a:r>
              <a:rPr lang="pt-BR" sz="2400" dirty="0" smtClean="0"/>
              <a:t>Ícone de atalho na </a:t>
            </a:r>
            <a:r>
              <a:rPr lang="pt-BR" sz="2400" i="1" dirty="0" err="1" smtClean="0"/>
              <a:t>homescreen</a:t>
            </a:r>
            <a:r>
              <a:rPr lang="pt-BR" sz="2400" i="1" dirty="0" smtClean="0"/>
              <a:t> </a:t>
            </a:r>
            <a:r>
              <a:rPr lang="pt-BR" sz="2400" dirty="0" smtClean="0"/>
              <a:t>do aparelho (</a:t>
            </a:r>
            <a:r>
              <a:rPr lang="pt-BR" sz="2400" i="1" dirty="0" smtClean="0"/>
              <a:t>web </a:t>
            </a:r>
            <a:r>
              <a:rPr lang="pt-BR" sz="2400" i="1" dirty="0" err="1" smtClean="0"/>
              <a:t>manifest</a:t>
            </a:r>
            <a:r>
              <a:rPr lang="pt-BR" sz="2400" dirty="0" smtClean="0"/>
              <a:t>)</a:t>
            </a:r>
            <a:endParaRPr lang="pt-BR" sz="2400" dirty="0" smtClean="0"/>
          </a:p>
          <a:p>
            <a:pPr lvl="1"/>
            <a:r>
              <a:rPr lang="pt-BR" sz="2400" dirty="0" smtClean="0"/>
              <a:t>Seguro (uso obrigatório de HTTPS)</a:t>
            </a:r>
          </a:p>
          <a:p>
            <a:pPr lvl="1"/>
            <a:r>
              <a:rPr lang="pt-BR" sz="2400" dirty="0" err="1" smtClean="0"/>
              <a:t>Indexável</a:t>
            </a:r>
            <a:endParaRPr lang="pt-BR" sz="2400" dirty="0" smtClean="0"/>
          </a:p>
          <a:p>
            <a:pPr lvl="1"/>
            <a:r>
              <a:rPr lang="pt-BR" sz="2400" dirty="0" smtClean="0"/>
              <a:t>Responsivo</a:t>
            </a:r>
            <a:endParaRPr lang="pt-BR" sz="2400" dirty="0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10</a:t>
            </a:fld>
            <a:endParaRPr lang="pt-BR"/>
          </a:p>
        </p:txBody>
      </p:sp>
      <p:pic>
        <p:nvPicPr>
          <p:cNvPr id="5" name="Imagem 4" descr="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216400"/>
            <a:ext cx="1440000" cy="14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 smtClean="0"/>
              <a:t>Service</a:t>
            </a:r>
            <a:r>
              <a:rPr lang="pt-BR" i="1" dirty="0" smtClean="0"/>
              <a:t> </a:t>
            </a:r>
            <a:r>
              <a:rPr lang="pt-BR" i="1" dirty="0" err="1" smtClean="0"/>
              <a:t>Workers</a:t>
            </a:r>
            <a:endParaRPr lang="pt-BR" i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 smtClean="0"/>
              <a:t>Conceito</a:t>
            </a:r>
          </a:p>
          <a:p>
            <a:pPr lvl="1"/>
            <a:r>
              <a:rPr lang="pt-BR" sz="2400" dirty="0" smtClean="0"/>
              <a:t>Atua como um servidor de </a:t>
            </a:r>
            <a:r>
              <a:rPr lang="pt-BR" sz="2400" i="1" dirty="0" err="1" smtClean="0"/>
              <a:t>proxy</a:t>
            </a:r>
            <a:r>
              <a:rPr lang="pt-BR" sz="2400" i="1" dirty="0" smtClean="0"/>
              <a:t> </a:t>
            </a:r>
            <a:r>
              <a:rPr lang="pt-BR" sz="2400" dirty="0" smtClean="0"/>
              <a:t>de rede programável</a:t>
            </a:r>
          </a:p>
          <a:p>
            <a:r>
              <a:rPr lang="pt-BR" sz="2400" dirty="0" smtClean="0"/>
              <a:t>Funcionalidades</a:t>
            </a:r>
          </a:p>
          <a:p>
            <a:pPr lvl="1"/>
            <a:r>
              <a:rPr lang="pt-BR" sz="2400" dirty="0" smtClean="0"/>
              <a:t>Execução em segundo plano do aplicativo</a:t>
            </a:r>
          </a:p>
          <a:p>
            <a:pPr lvl="1"/>
            <a:r>
              <a:rPr lang="pt-BR" sz="2400" dirty="0" smtClean="0"/>
              <a:t>Armazenamento em </a:t>
            </a:r>
            <a:r>
              <a:rPr lang="pt-BR" sz="2400" i="1" dirty="0" err="1" smtClean="0"/>
              <a:t>cache</a:t>
            </a:r>
            <a:r>
              <a:rPr lang="pt-BR" sz="2400" i="1" dirty="0" smtClean="0"/>
              <a:t> </a:t>
            </a:r>
            <a:r>
              <a:rPr lang="pt-BR" sz="2400" dirty="0" smtClean="0"/>
              <a:t>dos arquivos estáticos</a:t>
            </a:r>
          </a:p>
          <a:p>
            <a:pPr lvl="1"/>
            <a:r>
              <a:rPr lang="pt-BR" sz="2400" dirty="0" smtClean="0"/>
              <a:t>Notificações para reengajamento do usuário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11</a:t>
            </a:fld>
            <a:endParaRPr lang="pt-BR"/>
          </a:p>
        </p:txBody>
      </p:sp>
      <p:pic>
        <p:nvPicPr>
          <p:cNvPr id="5" name="Imagem 4" descr="im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216400"/>
            <a:ext cx="2880000" cy="14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Ciclo de vida</a:t>
            </a:r>
            <a:endParaRPr lang="pt-BR" dirty="0"/>
          </a:p>
        </p:txBody>
      </p:sp>
      <p:pic>
        <p:nvPicPr>
          <p:cNvPr id="5" name="Espaço Reservado para Conteúdo 4" descr="sw-lifecycl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2857" y="1600200"/>
            <a:ext cx="4638286" cy="4525963"/>
          </a:xfrm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12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Problemas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 smtClean="0"/>
              <a:t>Compatibilidade entre os </a:t>
            </a:r>
            <a:r>
              <a:rPr lang="pt-BR" sz="2400" i="1" dirty="0" smtClean="0"/>
              <a:t>browsers</a:t>
            </a:r>
            <a:endParaRPr lang="pt-BR" sz="2400" dirty="0" smtClean="0"/>
          </a:p>
          <a:p>
            <a:r>
              <a:rPr lang="pt-BR" sz="2400" dirty="0" smtClean="0"/>
              <a:t>Acesso à recursos do aparelho</a:t>
            </a:r>
          </a:p>
          <a:p>
            <a:r>
              <a:rPr lang="pt-BR" sz="2400" dirty="0" smtClean="0"/>
              <a:t>Resistência à tecnologia (</a:t>
            </a:r>
            <a:r>
              <a:rPr lang="pt-BR" sz="2400" i="1" dirty="0" smtClean="0"/>
              <a:t>Apple</a:t>
            </a:r>
            <a:r>
              <a:rPr lang="pt-BR" sz="2400" dirty="0" smtClean="0"/>
              <a:t>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13</a:t>
            </a:fld>
            <a:endParaRPr lang="pt-BR"/>
          </a:p>
        </p:txBody>
      </p:sp>
      <p:pic>
        <p:nvPicPr>
          <p:cNvPr id="5" name="Imagem 4" descr="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216400"/>
            <a:ext cx="1440000" cy="14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III – Conclusão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14</a:t>
            </a:fld>
            <a:endParaRPr lang="pt-BR"/>
          </a:p>
        </p:txBody>
      </p:sp>
      <p:pic>
        <p:nvPicPr>
          <p:cNvPr id="5" name="Picture" descr="https://lh6.googleusercontent.com/Oeqrb8RwJRCAQ_-7gXnj3kjQ5OLUTKFX14h9rXgIsBwOL5x7HI0UfDUzzEEHfEyS_3bWZIOJm62_Vz_KRgA6vvjHnQLJNza8genuCBgp5s8UeiBO4Lm3uvpprtdmnitseQp8Zso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42844" y="5214950"/>
            <a:ext cx="1583690" cy="1494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Escopo da solução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15</a:t>
            </a:fld>
            <a:endParaRPr lang="pt-BR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/>
              <a:t>Lista de indicadores para a análise de </a:t>
            </a:r>
            <a:r>
              <a:rPr lang="pt-BR" sz="2400" i="1" dirty="0" smtClean="0"/>
              <a:t>progressive web apps</a:t>
            </a:r>
          </a:p>
          <a:p>
            <a:r>
              <a:rPr lang="pt-BR" sz="2400" dirty="0" smtClean="0"/>
              <a:t>Comparação de um estudo de caso de uma aplicação nativa e PWA</a:t>
            </a:r>
          </a:p>
          <a:p>
            <a:endParaRPr lang="pt-BR" sz="2400" dirty="0"/>
          </a:p>
        </p:txBody>
      </p:sp>
      <p:pic>
        <p:nvPicPr>
          <p:cNvPr id="7" name="Imagem 6" descr="img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5216400"/>
            <a:ext cx="2155689" cy="14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Cronograma</a:t>
            </a:r>
            <a:endParaRPr lang="pt-BR" dirty="0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503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Atividades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Resultados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Início previsto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Término previsto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Estudo bibliográfico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Conhecimento</a:t>
                      </a:r>
                      <a:r>
                        <a:rPr lang="pt-BR" baseline="0" dirty="0" smtClean="0"/>
                        <a:t> a respeito de </a:t>
                      </a:r>
                      <a:r>
                        <a:rPr lang="pt-BR" i="1" baseline="0" dirty="0" smtClean="0"/>
                        <a:t>progressive web apps.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01/08/2017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31/08/2017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Desenvolvimento dos testes comparativos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Executar</a:t>
                      </a:r>
                      <a:r>
                        <a:rPr lang="pt-BR" baseline="0" dirty="0" smtClean="0"/>
                        <a:t> os testes necessários para se comparar as duas abordagens de desenvolvimento estudadas.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01/09/2017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31/10/2017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Resultados e limitações da solução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Resultado através dos testes obtidos e abordagens onde os </a:t>
                      </a:r>
                      <a:r>
                        <a:rPr lang="pt-BR" i="1" dirty="0" smtClean="0"/>
                        <a:t>progressive</a:t>
                      </a:r>
                      <a:r>
                        <a:rPr lang="pt-BR" i="1" baseline="0" dirty="0" smtClean="0"/>
                        <a:t> web apps </a:t>
                      </a:r>
                      <a:r>
                        <a:rPr lang="pt-BR" i="0" baseline="0" dirty="0" smtClean="0"/>
                        <a:t>pouco ou nada contribuem.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01/11/2017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30/11/2017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16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/>
              <a:t>https://developers.google.com/web/fundamentals/</a:t>
            </a:r>
          </a:p>
          <a:p>
            <a:endParaRPr lang="pt-BR" sz="2400" dirty="0" smtClean="0"/>
          </a:p>
          <a:p>
            <a:r>
              <a:rPr lang="pt-BR" sz="2400" dirty="0" smtClean="0"/>
              <a:t>https://developer.mozilla.org/en-US/Apps/Progressive</a:t>
            </a:r>
          </a:p>
          <a:p>
            <a:endParaRPr lang="pt-BR" sz="2400" dirty="0" smtClean="0"/>
          </a:p>
          <a:p>
            <a:r>
              <a:rPr lang="pt-BR" sz="2400" dirty="0" smtClean="0"/>
              <a:t>https://developers.google.com/web/showcase/</a:t>
            </a:r>
          </a:p>
          <a:p>
            <a:endParaRPr lang="pt-BR" sz="2400" dirty="0" smtClean="0"/>
          </a:p>
          <a:p>
            <a:r>
              <a:rPr lang="pt-BR" sz="2400" dirty="0" smtClean="0"/>
              <a:t>https://pwa.rocks/</a:t>
            </a:r>
          </a:p>
          <a:p>
            <a:endParaRPr lang="pt-BR" sz="2400" dirty="0" smtClean="0"/>
          </a:p>
          <a:p>
            <a:endParaRPr lang="pt-BR" sz="2400" dirty="0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17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Obrigado pela atenção.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037-5F0B-48DD-A241-E3C6F3921244}" type="slidenum">
              <a:rPr lang="pt-BR" smtClean="0"/>
              <a:pPr/>
              <a:t>18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437</Words>
  <Application>Microsoft Office PowerPoint</Application>
  <PresentationFormat>Apresentação na tela (4:3)</PresentationFormat>
  <Paragraphs>116</Paragraphs>
  <Slides>18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Tema do Office</vt:lpstr>
      <vt:lpstr>Faculdade Farias Brito</vt:lpstr>
      <vt:lpstr>Glossário</vt:lpstr>
      <vt:lpstr>I – Introdução</vt:lpstr>
      <vt:lpstr>Contextualização</vt:lpstr>
      <vt:lpstr>Soluções Nativas</vt:lpstr>
      <vt:lpstr>Web apps tradicionais</vt:lpstr>
      <vt:lpstr>Objetivos</vt:lpstr>
      <vt:lpstr>Metodologia</vt:lpstr>
      <vt:lpstr>II – Referencial Teórico</vt:lpstr>
      <vt:lpstr>Progressive Web Apps</vt:lpstr>
      <vt:lpstr>Service Workers</vt:lpstr>
      <vt:lpstr>Ciclo de vida</vt:lpstr>
      <vt:lpstr>Problemas</vt:lpstr>
      <vt:lpstr>III – Conclusão</vt:lpstr>
      <vt:lpstr>Escopo da solução</vt:lpstr>
      <vt:lpstr>Cronograma</vt:lpstr>
      <vt:lpstr>Referências</vt:lpstr>
      <vt:lpstr>Obrigado pela atenção.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Faculdade Farias Brito</dc:title>
  <dc:creator>Caio</dc:creator>
  <cp:lastModifiedBy>Caio</cp:lastModifiedBy>
  <cp:revision>49</cp:revision>
  <dcterms:created xsi:type="dcterms:W3CDTF">2017-05-13T17:42:48Z</dcterms:created>
  <dcterms:modified xsi:type="dcterms:W3CDTF">2017-06-18T02:02:28Z</dcterms:modified>
</cp:coreProperties>
</file>