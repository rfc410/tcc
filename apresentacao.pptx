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19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Slides/notesSlide1.xml" ContentType="application/vnd.openxmlformats-officedocument.presentationml.notesSlide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73" r:id="rId5"/>
    <p:sldId id="261" r:id="rId6"/>
    <p:sldId id="262" r:id="rId7"/>
    <p:sldId id="271" r:id="rId8"/>
    <p:sldId id="259" r:id="rId9"/>
    <p:sldId id="263" r:id="rId10"/>
    <p:sldId id="264" r:id="rId11"/>
    <p:sldId id="265" r:id="rId12"/>
    <p:sldId id="272" r:id="rId13"/>
    <p:sldId id="266" r:id="rId14"/>
    <p:sldId id="270" r:id="rId15"/>
    <p:sldId id="274" r:id="rId16"/>
    <p:sldId id="275" r:id="rId17"/>
    <p:sldId id="260" r:id="rId18"/>
    <p:sldId id="267" r:id="rId19"/>
    <p:sldId id="268" r:id="rId20"/>
    <p:sldId id="269" r:id="rId21"/>
  </p:sldIdLst>
  <p:sldSz cx="9144000" cy="6858000" type="screen4x3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Estilo Mé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Nenhum Estilo, Grade de Tabe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 autoAdjust="0"/>
    <p:restoredTop sz="94660" autoAdjust="0"/>
  </p:normalViewPr>
  <p:slideViewPr>
    <p:cSldViewPr>
      <p:cViewPr varScale="1">
        <p:scale>
          <a:sx n="104" d="100"/>
          <a:sy n="104" d="100"/>
        </p:scale>
        <p:origin x="-174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30F96E-CD9F-47DE-9E3A-CF98BE122B94}" type="datetimeFigureOut">
              <a:rPr lang="pt-BR" smtClean="0"/>
              <a:pPr/>
              <a:t>15/06/2017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C32A52-9B3C-426D-89F0-ABA11F806A10}" type="slidenum">
              <a:rPr lang="pt-BR" smtClean="0"/>
              <a:pPr/>
              <a:t>‹nº›</a:t>
            </a:fld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8C32A52-9B3C-426D-89F0-ABA11F806A10}" type="slidenum">
              <a:rPr lang="pt-BR" smtClean="0"/>
              <a:pPr/>
              <a:t>2</a:t>
            </a:fld>
            <a:endParaRPr lang="pt-BR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4CB1D5-6381-4E76-AD57-B9022AD4A2C7}" type="datetime1">
              <a:rPr lang="pt-BR" smtClean="0"/>
              <a:pPr/>
              <a:t>15/06/2017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0D9180-9CC1-4B9F-BD86-289B320B5737}" type="datetime1">
              <a:rPr lang="pt-BR" smtClean="0"/>
              <a:pPr/>
              <a:t>15/06/2017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4D17E9-988B-4C37-B696-7B547BECE548}" type="datetime1">
              <a:rPr lang="pt-BR" smtClean="0"/>
              <a:pPr/>
              <a:t>15/06/2017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1281A-4B9C-4B49-9B6F-25AA207B80D1}" type="datetime1">
              <a:rPr lang="pt-BR" smtClean="0"/>
              <a:pPr/>
              <a:t>15/06/2017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679D3-5732-4EAE-A664-C4FC7EA14FF8}" type="datetime1">
              <a:rPr lang="pt-BR" smtClean="0"/>
              <a:pPr/>
              <a:t>15/06/2017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B67A8-A89F-4660-9469-7C809E93377A}" type="datetime1">
              <a:rPr lang="pt-BR" smtClean="0"/>
              <a:pPr/>
              <a:t>15/06/2017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952FB9-EC2D-4D24-B0DC-78BBD6D065F2}" type="datetime1">
              <a:rPr lang="pt-BR" smtClean="0"/>
              <a:pPr/>
              <a:t>15/06/2017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B76327-70CD-43EA-9FC5-1226846EB383}" type="datetime1">
              <a:rPr lang="pt-BR" smtClean="0"/>
              <a:pPr/>
              <a:t>15/06/2017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859177-8CEB-47E9-87D5-CA4581D77702}" type="datetime1">
              <a:rPr lang="pt-BR" smtClean="0"/>
              <a:pPr/>
              <a:t>15/06/2017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06B7-17CA-46C5-9115-9CCDC26EB0F6}" type="datetime1">
              <a:rPr lang="pt-BR" smtClean="0"/>
              <a:pPr/>
              <a:t>15/06/2017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5CA797-804E-4AD7-A3C0-3795D50495EA}" type="datetime1">
              <a:rPr lang="pt-BR" smtClean="0"/>
              <a:pPr/>
              <a:t>15/06/2017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82A638-3448-44BC-9962-075E4BB902B1}" type="datetime1">
              <a:rPr lang="pt-BR" smtClean="0"/>
              <a:pPr/>
              <a:t>15/06/2017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6F037-5F0B-48DD-A241-E3C6F3921244}" type="slidenum">
              <a:rPr lang="pt-BR" smtClean="0"/>
              <a:pPr/>
              <a:t>‹nº›</a:t>
            </a:fld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Faculdade Farias Brito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ctr">
              <a:buNone/>
            </a:pPr>
            <a:r>
              <a:rPr lang="pt-BR" sz="4000" i="1" dirty="0" smtClean="0"/>
              <a:t>Progressive Web Apps</a:t>
            </a:r>
            <a:r>
              <a:rPr lang="pt-BR" sz="4000" dirty="0" smtClean="0"/>
              <a:t>, uma alternativa para o desenvolvimento de aplicações móveis</a:t>
            </a:r>
          </a:p>
          <a:p>
            <a:pPr algn="ctr">
              <a:buNone/>
            </a:pPr>
            <a:endParaRPr lang="pt-BR" dirty="0"/>
          </a:p>
          <a:p>
            <a:pPr algn="ctr">
              <a:buNone/>
            </a:pPr>
            <a:r>
              <a:rPr lang="pt-BR" sz="2400" dirty="0" smtClean="0"/>
              <a:t>Aluno: Caio Rodrigues Fernandes</a:t>
            </a:r>
          </a:p>
          <a:p>
            <a:pPr algn="ctr">
              <a:buNone/>
            </a:pPr>
            <a:r>
              <a:rPr lang="pt-BR" sz="2400" dirty="0" smtClean="0"/>
              <a:t>Orientador: Paulo Benício Melo de Sousa</a:t>
            </a:r>
          </a:p>
          <a:p>
            <a:pPr algn="ctr">
              <a:buNone/>
            </a:pPr>
            <a:endParaRPr lang="pt-BR" sz="2400" dirty="0" smtClean="0"/>
          </a:p>
          <a:p>
            <a:pPr algn="ctr">
              <a:buNone/>
            </a:pPr>
            <a:r>
              <a:rPr lang="pt-BR" sz="1800" dirty="0" smtClean="0"/>
              <a:t>Fortaleza / 2017</a:t>
            </a:r>
            <a:endParaRPr lang="pt-BR" sz="180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1</a:t>
            </a:fld>
            <a:endParaRPr lang="pt-B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Glossário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400" dirty="0" smtClean="0"/>
              <a:t>Introdução</a:t>
            </a:r>
          </a:p>
          <a:p>
            <a:pPr lvl="1"/>
            <a:r>
              <a:rPr lang="pt-BR" sz="2400" dirty="0" smtClean="0"/>
              <a:t>Contextualização</a:t>
            </a:r>
          </a:p>
          <a:p>
            <a:pPr lvl="1"/>
            <a:r>
              <a:rPr lang="pt-BR" sz="2400" dirty="0" smtClean="0"/>
              <a:t>Objetivos</a:t>
            </a:r>
          </a:p>
          <a:p>
            <a:r>
              <a:rPr lang="pt-BR" sz="2400" dirty="0" smtClean="0"/>
              <a:t>Referencial Teórico</a:t>
            </a:r>
          </a:p>
          <a:p>
            <a:pPr lvl="1"/>
            <a:r>
              <a:rPr lang="pt-BR" sz="2400" dirty="0" smtClean="0"/>
              <a:t>Conceitos e tecnologias</a:t>
            </a:r>
          </a:p>
          <a:p>
            <a:pPr lvl="1"/>
            <a:r>
              <a:rPr lang="pt-BR" sz="2400" dirty="0" smtClean="0"/>
              <a:t>Problemas</a:t>
            </a:r>
          </a:p>
          <a:p>
            <a:pPr lvl="1"/>
            <a:r>
              <a:rPr lang="pt-BR" sz="2400" dirty="0" smtClean="0"/>
              <a:t>Metodologia</a:t>
            </a:r>
          </a:p>
          <a:p>
            <a:r>
              <a:rPr lang="pt-BR" sz="2400" dirty="0" smtClean="0"/>
              <a:t>Conclusão</a:t>
            </a:r>
          </a:p>
          <a:p>
            <a:pPr lvl="1"/>
            <a:r>
              <a:rPr lang="pt-BR" sz="2400" dirty="0" smtClean="0"/>
              <a:t>Cronograma</a:t>
            </a:r>
          </a:p>
          <a:p>
            <a:pPr lvl="1"/>
            <a:r>
              <a:rPr lang="pt-BR" sz="2400" dirty="0" smtClean="0"/>
              <a:t>Referências</a:t>
            </a:r>
            <a:endParaRPr lang="pt-BR" sz="240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2</a:t>
            </a:fld>
            <a:endParaRPr lang="pt-B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 smtClean="0"/>
              <a:t>I – Introdução</a:t>
            </a:r>
            <a:endParaRPr lang="pt-BR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3</a:t>
            </a:fld>
            <a:endParaRPr lang="pt-B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 smtClean="0"/>
              <a:t>Nativo x Web</a:t>
            </a:r>
            <a:endParaRPr lang="pt-BR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4</a:t>
            </a:fld>
            <a:endParaRPr lang="pt-B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Soluções Nativas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400" dirty="0" smtClean="0"/>
              <a:t>Vantagens</a:t>
            </a:r>
          </a:p>
          <a:p>
            <a:pPr lvl="1"/>
            <a:r>
              <a:rPr lang="pt-BR" sz="2400" dirty="0" smtClean="0"/>
              <a:t>Bom </a:t>
            </a:r>
            <a:r>
              <a:rPr lang="pt-BR" sz="2400" dirty="0" smtClean="0"/>
              <a:t>desempenho</a:t>
            </a:r>
          </a:p>
          <a:p>
            <a:pPr lvl="1"/>
            <a:r>
              <a:rPr lang="pt-BR" sz="2400" dirty="0" smtClean="0"/>
              <a:t>Acesso à recursos do aparelho</a:t>
            </a:r>
            <a:endParaRPr lang="pt-BR" sz="2400" dirty="0" smtClean="0"/>
          </a:p>
          <a:p>
            <a:pPr lvl="1"/>
            <a:r>
              <a:rPr lang="pt-BR" sz="2400" dirty="0" smtClean="0"/>
              <a:t>Funcionamento </a:t>
            </a:r>
            <a:r>
              <a:rPr lang="pt-BR" sz="2400" i="1" dirty="0" smtClean="0"/>
              <a:t>off-line</a:t>
            </a:r>
          </a:p>
          <a:p>
            <a:r>
              <a:rPr lang="pt-BR" sz="2400" dirty="0" smtClean="0"/>
              <a:t>Desvantagens</a:t>
            </a:r>
          </a:p>
          <a:p>
            <a:pPr lvl="1"/>
            <a:r>
              <a:rPr lang="pt-BR" sz="2400" dirty="0" smtClean="0"/>
              <a:t>Uso </a:t>
            </a:r>
            <a:r>
              <a:rPr lang="pt-BR" sz="2400" dirty="0" smtClean="0"/>
              <a:t>burocratizado</a:t>
            </a:r>
          </a:p>
          <a:p>
            <a:pPr lvl="1"/>
            <a:r>
              <a:rPr lang="pt-BR" sz="2400" dirty="0" smtClean="0"/>
              <a:t>Alto </a:t>
            </a:r>
            <a:r>
              <a:rPr lang="pt-BR" sz="2400" dirty="0" smtClean="0"/>
              <a:t>custo no desenvolvimento</a:t>
            </a:r>
            <a:endParaRPr lang="pt-BR" sz="240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5</a:t>
            </a:fld>
            <a:endParaRPr lang="pt-B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smtClean="0"/>
              <a:t>Web apps </a:t>
            </a:r>
            <a:r>
              <a:rPr lang="pt-BR" dirty="0" smtClean="0"/>
              <a:t>tradicionais</a:t>
            </a:r>
            <a:endParaRPr lang="pt-BR" i="1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400" dirty="0" smtClean="0"/>
              <a:t>Vantagens</a:t>
            </a:r>
          </a:p>
          <a:p>
            <a:pPr lvl="1"/>
            <a:r>
              <a:rPr lang="pt-BR" sz="2400" dirty="0" smtClean="0"/>
              <a:t>Podem ser utilizados sem instalação</a:t>
            </a:r>
          </a:p>
          <a:p>
            <a:pPr lvl="1"/>
            <a:r>
              <a:rPr lang="pt-BR" sz="2400" dirty="0" smtClean="0"/>
              <a:t>Menor custo de desenvolvimento</a:t>
            </a:r>
          </a:p>
          <a:p>
            <a:r>
              <a:rPr lang="pt-BR" sz="2400" dirty="0" smtClean="0"/>
              <a:t>Desvantagens</a:t>
            </a:r>
          </a:p>
          <a:p>
            <a:pPr lvl="1"/>
            <a:r>
              <a:rPr lang="pt-BR" sz="2400" dirty="0" smtClean="0"/>
              <a:t>Dependente de conexão com a rede</a:t>
            </a:r>
          </a:p>
          <a:p>
            <a:pPr lvl="1"/>
            <a:r>
              <a:rPr lang="pt-BR" sz="2400" dirty="0" smtClean="0"/>
              <a:t>Desempenho inferior</a:t>
            </a:r>
          </a:p>
          <a:p>
            <a:pPr lvl="1"/>
            <a:r>
              <a:rPr lang="pt-BR" sz="2400" dirty="0" smtClean="0"/>
              <a:t>Dificuldade no acesso à recursos do aparelho</a:t>
            </a:r>
            <a:endParaRPr lang="pt-BR" sz="240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6</a:t>
            </a:fld>
            <a:endParaRPr lang="pt-B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Objetivos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400" dirty="0" smtClean="0"/>
              <a:t>Apresentar as tecnologias que compõem um </a:t>
            </a:r>
            <a:r>
              <a:rPr lang="pt-BR" sz="2400" i="1" dirty="0" smtClean="0"/>
              <a:t>progressive web </a:t>
            </a:r>
            <a:r>
              <a:rPr lang="pt-BR" sz="2400" i="1" dirty="0" smtClean="0"/>
              <a:t>app</a:t>
            </a:r>
          </a:p>
          <a:p>
            <a:pPr lvl="0"/>
            <a:r>
              <a:rPr lang="pt-BR" sz="2400" dirty="0" smtClean="0"/>
              <a:t>Destacar alguns parâmetros/critérios para a avaliação do grau de conformidade de soluções </a:t>
            </a:r>
            <a:r>
              <a:rPr lang="pt-BR" sz="2400" dirty="0" err="1" smtClean="0"/>
              <a:t>PWAs</a:t>
            </a:r>
            <a:r>
              <a:rPr lang="pt-BR" sz="2400" dirty="0" smtClean="0"/>
              <a:t> em relação à aplicações </a:t>
            </a:r>
            <a:r>
              <a:rPr lang="pt-BR" sz="2400" dirty="0" smtClean="0"/>
              <a:t>nativas</a:t>
            </a:r>
            <a:endParaRPr lang="pt-BR" sz="2400" i="1" dirty="0" smtClean="0"/>
          </a:p>
          <a:p>
            <a:r>
              <a:rPr lang="pt-BR" sz="2400" dirty="0" smtClean="0"/>
              <a:t>Descrever </a:t>
            </a:r>
            <a:r>
              <a:rPr lang="pt-BR" sz="2400" dirty="0" smtClean="0"/>
              <a:t>os tipos </a:t>
            </a:r>
            <a:r>
              <a:rPr lang="pt-BR" sz="2400" dirty="0" smtClean="0"/>
              <a:t>de aplicações onde a abordagem pouco ou nada têm a contribuir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7</a:t>
            </a:fld>
            <a:endParaRPr lang="pt-B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 smtClean="0"/>
              <a:t>II – Referencial Teórico</a:t>
            </a:r>
            <a:endParaRPr lang="pt-BR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8</a:t>
            </a:fld>
            <a:endParaRPr lang="pt-B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smtClean="0"/>
              <a:t>Progressive Web Apps</a:t>
            </a:r>
            <a:endParaRPr lang="pt-BR" i="1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sz="2400" dirty="0" smtClean="0"/>
              <a:t>Conjunto de tecnologias</a:t>
            </a:r>
          </a:p>
          <a:p>
            <a:pPr lvl="1"/>
            <a:r>
              <a:rPr lang="pt-BR" sz="2400" dirty="0" smtClean="0"/>
              <a:t>Visual de aplicativos nativos</a:t>
            </a:r>
          </a:p>
          <a:p>
            <a:pPr lvl="1"/>
            <a:r>
              <a:rPr lang="pt-BR" sz="2400" dirty="0" smtClean="0"/>
              <a:t>Carregamento rápido e confiável</a:t>
            </a:r>
          </a:p>
          <a:p>
            <a:pPr lvl="1"/>
            <a:r>
              <a:rPr lang="pt-BR" sz="2400" dirty="0" smtClean="0"/>
              <a:t>Seguro</a:t>
            </a:r>
          </a:p>
          <a:p>
            <a:pPr lvl="1"/>
            <a:r>
              <a:rPr lang="pt-BR" sz="2400" dirty="0" err="1" smtClean="0"/>
              <a:t>Indexável</a:t>
            </a:r>
            <a:endParaRPr lang="pt-BR" sz="2400" dirty="0" smtClean="0"/>
          </a:p>
          <a:p>
            <a:pPr lvl="1"/>
            <a:r>
              <a:rPr lang="pt-BR" sz="2400" dirty="0" smtClean="0"/>
              <a:t>Ícone de atalho na </a:t>
            </a:r>
            <a:r>
              <a:rPr lang="pt-BR" sz="2400" i="1" dirty="0" err="1" smtClean="0"/>
              <a:t>homescreen</a:t>
            </a:r>
            <a:r>
              <a:rPr lang="pt-BR" sz="2400" i="1" dirty="0" smtClean="0"/>
              <a:t> </a:t>
            </a:r>
            <a:r>
              <a:rPr lang="pt-BR" sz="2400" dirty="0" smtClean="0"/>
              <a:t>do aparelho</a:t>
            </a:r>
          </a:p>
          <a:p>
            <a:pPr lvl="1"/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9</a:t>
            </a:fld>
            <a:endParaRPr lang="pt-B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smtClean="0"/>
              <a:t>Application Shell</a:t>
            </a:r>
            <a:endParaRPr lang="pt-BR" i="1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sz="2400" dirty="0" smtClean="0"/>
              <a:t>Modelo arquitetural</a:t>
            </a:r>
          </a:p>
          <a:p>
            <a:pPr lvl="1"/>
            <a:r>
              <a:rPr lang="pt-BR" sz="2400" dirty="0" smtClean="0"/>
              <a:t>Arquivos de </a:t>
            </a:r>
            <a:r>
              <a:rPr lang="pt-BR" sz="2400" i="1" dirty="0" smtClean="0"/>
              <a:t>interface </a:t>
            </a:r>
            <a:r>
              <a:rPr lang="pt-BR" sz="2400" dirty="0" smtClean="0"/>
              <a:t>de usuário</a:t>
            </a:r>
            <a:r>
              <a:rPr lang="pt-BR" sz="2400" i="1" dirty="0" smtClean="0"/>
              <a:t> </a:t>
            </a:r>
            <a:r>
              <a:rPr lang="pt-BR" sz="2400" dirty="0" smtClean="0"/>
              <a:t>armazenados em </a:t>
            </a:r>
            <a:r>
              <a:rPr lang="pt-BR" sz="2400" i="1" dirty="0" err="1" smtClean="0"/>
              <a:t>cache</a:t>
            </a:r>
            <a:endParaRPr lang="pt-BR" sz="2400" dirty="0" smtClean="0"/>
          </a:p>
          <a:p>
            <a:pPr lvl="1"/>
            <a:r>
              <a:rPr lang="pt-BR" sz="2400" dirty="0" smtClean="0"/>
              <a:t>Dados dinâmicos sendo requisitados na </a:t>
            </a:r>
            <a:r>
              <a:rPr lang="pt-BR" sz="2400" dirty="0" smtClean="0"/>
              <a:t>rede</a:t>
            </a:r>
          </a:p>
          <a:p>
            <a:pPr lvl="1"/>
            <a:r>
              <a:rPr lang="pt-BR" sz="2400" dirty="0" smtClean="0"/>
              <a:t>Carregamento rápido e confiável do aplicativo</a:t>
            </a:r>
            <a:endParaRPr lang="pt-BR" sz="2400" dirty="0" smtClean="0"/>
          </a:p>
          <a:p>
            <a:pPr lvl="1"/>
            <a:r>
              <a:rPr lang="pt-BR" sz="2400" dirty="0" smtClean="0"/>
              <a:t>Economia no uso de dados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10</a:t>
            </a:fld>
            <a:endParaRPr lang="pt-B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 smtClean="0"/>
              <a:t>Service</a:t>
            </a:r>
            <a:r>
              <a:rPr lang="pt-BR" i="1" dirty="0" smtClean="0"/>
              <a:t> </a:t>
            </a:r>
            <a:r>
              <a:rPr lang="pt-BR" i="1" dirty="0" err="1" smtClean="0"/>
              <a:t>Workers</a:t>
            </a:r>
            <a:endParaRPr lang="pt-BR" i="1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sz="2400" dirty="0" smtClean="0"/>
              <a:t>Servidor de </a:t>
            </a:r>
            <a:r>
              <a:rPr lang="pt-BR" sz="2400" i="1" dirty="0" err="1" smtClean="0"/>
              <a:t>proxy</a:t>
            </a:r>
            <a:r>
              <a:rPr lang="pt-BR" sz="2400" i="1" dirty="0" smtClean="0"/>
              <a:t> </a:t>
            </a:r>
            <a:r>
              <a:rPr lang="pt-BR" sz="2400" dirty="0" smtClean="0"/>
              <a:t>de rede programável</a:t>
            </a:r>
          </a:p>
          <a:p>
            <a:pPr lvl="1"/>
            <a:r>
              <a:rPr lang="pt-BR" sz="2400" dirty="0" smtClean="0"/>
              <a:t>Execução em segundo plano</a:t>
            </a:r>
          </a:p>
          <a:p>
            <a:pPr lvl="1"/>
            <a:r>
              <a:rPr lang="pt-BR" sz="2400" dirty="0" smtClean="0"/>
              <a:t>Armazenamento em </a:t>
            </a:r>
            <a:r>
              <a:rPr lang="pt-BR" sz="2400" i="1" dirty="0" err="1" smtClean="0"/>
              <a:t>cache</a:t>
            </a:r>
            <a:r>
              <a:rPr lang="pt-BR" sz="2400" i="1" dirty="0" smtClean="0"/>
              <a:t> </a:t>
            </a:r>
            <a:r>
              <a:rPr lang="pt-BR" sz="2400" dirty="0" smtClean="0"/>
              <a:t>dos arquivos estáticos</a:t>
            </a:r>
          </a:p>
          <a:p>
            <a:pPr lvl="1"/>
            <a:r>
              <a:rPr lang="pt-BR" sz="2400" dirty="0" smtClean="0"/>
              <a:t>Uso obrigatório de conexões seguras (HTTPS)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11</a:t>
            </a:fld>
            <a:endParaRPr lang="pt-B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Ciclo de vida</a:t>
            </a:r>
            <a:endParaRPr lang="pt-BR" dirty="0"/>
          </a:p>
        </p:txBody>
      </p:sp>
      <p:pic>
        <p:nvPicPr>
          <p:cNvPr id="5" name="Espaço Reservado para Conteúdo 4" descr="sw-lifecycle.png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52857" y="1600200"/>
            <a:ext cx="4638286" cy="4525963"/>
          </a:xfrm>
        </p:spPr>
      </p:pic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12</a:t>
            </a:fld>
            <a:endParaRPr lang="pt-B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smtClean="0"/>
              <a:t>Web </a:t>
            </a:r>
            <a:r>
              <a:rPr lang="pt-BR" i="1" dirty="0" err="1" smtClean="0"/>
              <a:t>Manifest</a:t>
            </a:r>
            <a:endParaRPr lang="pt-BR" i="1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sz="2400" dirty="0" smtClean="0"/>
              <a:t>Arquivo JSON</a:t>
            </a:r>
          </a:p>
          <a:p>
            <a:pPr lvl="1"/>
            <a:r>
              <a:rPr lang="pt-BR" sz="2400" dirty="0" smtClean="0"/>
              <a:t>Atalho na </a:t>
            </a:r>
            <a:r>
              <a:rPr lang="pt-BR" sz="2400" i="1" dirty="0" err="1" smtClean="0"/>
              <a:t>homescreen</a:t>
            </a:r>
            <a:r>
              <a:rPr lang="pt-BR" sz="2400" i="1" dirty="0" smtClean="0"/>
              <a:t> </a:t>
            </a:r>
            <a:r>
              <a:rPr lang="pt-BR" sz="2400" dirty="0" smtClean="0"/>
              <a:t>do aparelho</a:t>
            </a:r>
          </a:p>
          <a:p>
            <a:pPr lvl="1"/>
            <a:r>
              <a:rPr lang="pt-BR" sz="2400" dirty="0" smtClean="0"/>
              <a:t>Definição de temas</a:t>
            </a:r>
          </a:p>
          <a:p>
            <a:pPr lvl="1"/>
            <a:r>
              <a:rPr lang="pt-BR" sz="2400" dirty="0" smtClean="0"/>
              <a:t>Personalização do tipo de exibição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13</a:t>
            </a:fld>
            <a:endParaRPr lang="pt-B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Problemas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sz="2400" dirty="0" smtClean="0"/>
              <a:t>Compatibilidade</a:t>
            </a:r>
          </a:p>
          <a:p>
            <a:r>
              <a:rPr lang="pt-BR" sz="2400" dirty="0" smtClean="0"/>
              <a:t>Acesso à recursos do aparelho</a:t>
            </a:r>
          </a:p>
          <a:p>
            <a:r>
              <a:rPr lang="pt-BR" sz="2400" dirty="0" smtClean="0"/>
              <a:t>Resistência à tecnologia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14</a:t>
            </a:fld>
            <a:endParaRPr lang="pt-B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Metodologia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400" dirty="0" smtClean="0"/>
              <a:t>Alguns métodos qualitativos serão utilizados como critério para avaliar o resultado do uso dos </a:t>
            </a:r>
            <a:r>
              <a:rPr lang="pt-BR" sz="2400" i="1" dirty="0" smtClean="0"/>
              <a:t>progressive web apps</a:t>
            </a:r>
          </a:p>
          <a:p>
            <a:pPr lvl="1"/>
            <a:r>
              <a:rPr lang="pt-BR" sz="2400" dirty="0" smtClean="0"/>
              <a:t>Escolha dos cenários propícios para a adoção da tecnologia</a:t>
            </a:r>
          </a:p>
          <a:p>
            <a:pPr lvl="1"/>
            <a:r>
              <a:rPr lang="pt-BR" sz="2400" dirty="0" smtClean="0"/>
              <a:t>Elenco de critérios para avaliar comparativamente a solução empregada</a:t>
            </a:r>
          </a:p>
          <a:p>
            <a:pPr lvl="1"/>
            <a:r>
              <a:rPr lang="pt-BR" sz="2400" dirty="0" smtClean="0"/>
              <a:t>Análise sucinta dos resultados</a:t>
            </a:r>
          </a:p>
          <a:p>
            <a:pPr lvl="1"/>
            <a:endParaRPr lang="pt-BR" sz="200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15</a:t>
            </a:fld>
            <a:endParaRPr lang="pt-B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Metodologia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pt-BR" sz="2400" dirty="0" smtClean="0"/>
          </a:p>
          <a:p>
            <a:r>
              <a:rPr lang="pt-BR" sz="2400" dirty="0" smtClean="0"/>
              <a:t>Embasamento teórico</a:t>
            </a:r>
          </a:p>
          <a:p>
            <a:r>
              <a:rPr lang="pt-BR" sz="2400" dirty="0" smtClean="0"/>
              <a:t>Estudo comparativo da abordagem</a:t>
            </a:r>
          </a:p>
          <a:p>
            <a:r>
              <a:rPr lang="pt-BR" sz="2400" dirty="0" smtClean="0"/>
              <a:t>Posicionamento conclusivo</a:t>
            </a:r>
            <a:endParaRPr lang="pt-BR" sz="200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16</a:t>
            </a:fld>
            <a:endParaRPr lang="pt-B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 smtClean="0"/>
              <a:t>III – Conclusão</a:t>
            </a:r>
            <a:endParaRPr lang="pt-BR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17</a:t>
            </a:fld>
            <a:endParaRPr lang="pt-B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Cronograma</a:t>
            </a:r>
            <a:endParaRPr lang="pt-BR" dirty="0"/>
          </a:p>
        </p:txBody>
      </p:sp>
      <p:graphicFrame>
        <p:nvGraphicFramePr>
          <p:cNvPr id="5" name="Espaço Reservado para Conteúdo 4"/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5034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 smtClean="0"/>
                        <a:t>Atividades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 smtClean="0"/>
                        <a:t>Resultados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 smtClean="0"/>
                        <a:t>Início previsto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 smtClean="0"/>
                        <a:t>Término previsto</a:t>
                      </a:r>
                      <a:endParaRPr lang="pt-BR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 smtClean="0"/>
                        <a:t>Estudo bibliográfico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 smtClean="0"/>
                        <a:t>Conhecimento</a:t>
                      </a:r>
                      <a:r>
                        <a:rPr lang="pt-BR" baseline="0" dirty="0" smtClean="0"/>
                        <a:t> a respeito de </a:t>
                      </a:r>
                      <a:r>
                        <a:rPr lang="pt-BR" i="1" baseline="0" dirty="0" smtClean="0"/>
                        <a:t>progressive web apps.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 smtClean="0"/>
                        <a:t>01/08/2017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 smtClean="0"/>
                        <a:t>31/08/2017</a:t>
                      </a:r>
                      <a:endParaRPr lang="pt-BR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 smtClean="0"/>
                        <a:t>Desenvolvimento dos testes comparativos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 smtClean="0"/>
                        <a:t>Executar</a:t>
                      </a:r>
                      <a:r>
                        <a:rPr lang="pt-BR" baseline="0" dirty="0" smtClean="0"/>
                        <a:t> os testes necessários para se comparar as duas abordagens de desenvolvimento estudadas.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 smtClean="0"/>
                        <a:t>01/09/2017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 smtClean="0"/>
                        <a:t>31/10/2017</a:t>
                      </a:r>
                      <a:endParaRPr lang="pt-BR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 smtClean="0"/>
                        <a:t>Resultados e limitações da solução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 smtClean="0"/>
                        <a:t>Resultado através dos testes obtidos e abordagens onde os </a:t>
                      </a:r>
                      <a:r>
                        <a:rPr lang="pt-BR" i="1" dirty="0" smtClean="0"/>
                        <a:t>progressive</a:t>
                      </a:r>
                      <a:r>
                        <a:rPr lang="pt-BR" i="1" baseline="0" dirty="0" smtClean="0"/>
                        <a:t> web apps </a:t>
                      </a:r>
                      <a:r>
                        <a:rPr lang="pt-BR" i="0" baseline="0" dirty="0" smtClean="0"/>
                        <a:t>pouco ou nada contribuem.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 smtClean="0"/>
                        <a:t>01/11/2017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 smtClean="0"/>
                        <a:t>30/11/2017</a:t>
                      </a:r>
                      <a:endParaRPr lang="pt-BR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18</a:t>
            </a:fld>
            <a:endParaRPr lang="pt-B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Referências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400" dirty="0" smtClean="0"/>
              <a:t>https://developers.google.com/web/fundamentals/</a:t>
            </a:r>
            <a:endParaRPr lang="pt-BR" sz="240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19</a:t>
            </a:fld>
            <a:endParaRPr lang="pt-B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 smtClean="0"/>
              <a:t>Obrigado pela atenção.</a:t>
            </a:r>
            <a:endParaRPr lang="pt-BR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20</a:t>
            </a:fld>
            <a:endParaRPr lang="pt-B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91</TotalTime>
  <Words>397</Words>
  <Application>Microsoft Office PowerPoint</Application>
  <PresentationFormat>Apresentação na tela (4:3)</PresentationFormat>
  <Paragraphs>121</Paragraphs>
  <Slides>20</Slides>
  <Notes>1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20</vt:i4>
      </vt:variant>
    </vt:vector>
  </HeadingPairs>
  <TitlesOfParts>
    <vt:vector size="21" baseType="lpstr">
      <vt:lpstr>Tema do Office</vt:lpstr>
      <vt:lpstr>Faculdade Farias Brito</vt:lpstr>
      <vt:lpstr>Glossário</vt:lpstr>
      <vt:lpstr>I – Introdução</vt:lpstr>
      <vt:lpstr>Nativo x Web</vt:lpstr>
      <vt:lpstr>Soluções Nativas</vt:lpstr>
      <vt:lpstr>Web apps tradicionais</vt:lpstr>
      <vt:lpstr>Objetivos</vt:lpstr>
      <vt:lpstr>II – Referencial Teórico</vt:lpstr>
      <vt:lpstr>Progressive Web Apps</vt:lpstr>
      <vt:lpstr>Application Shell</vt:lpstr>
      <vt:lpstr>Service Workers</vt:lpstr>
      <vt:lpstr>Ciclo de vida</vt:lpstr>
      <vt:lpstr>Web Manifest</vt:lpstr>
      <vt:lpstr>Problemas</vt:lpstr>
      <vt:lpstr>Metodologia</vt:lpstr>
      <vt:lpstr>Metodologia</vt:lpstr>
      <vt:lpstr>III – Conclusão</vt:lpstr>
      <vt:lpstr>Cronograma</vt:lpstr>
      <vt:lpstr>Referências</vt:lpstr>
      <vt:lpstr>Obrigado pela atenção.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Faculdade Farias Brito</dc:title>
  <dc:creator>Caio</dc:creator>
  <cp:lastModifiedBy>Caio</cp:lastModifiedBy>
  <cp:revision>16</cp:revision>
  <dcterms:created xsi:type="dcterms:W3CDTF">2017-05-13T17:42:48Z</dcterms:created>
  <dcterms:modified xsi:type="dcterms:W3CDTF">2017-06-15T14:53:13Z</dcterms:modified>
</cp:coreProperties>
</file>